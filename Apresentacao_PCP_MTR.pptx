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me apresentar e situar o tema — como a área de PCP saiu do controle manual em planilha para um sistema próprio, construído com apoio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sistema, tudo vivia em planilha: sem histórico de mudança, cada área com sua própria versão dos dados, e todo alinhamento dependia de contato direto e manual com o PCP.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mais visível no dia a dia: Vendas e Expedição não dependem mais de papel impresso nem de vir até o PCP. Cada área atualiza sua parte, e a edição dos pedidos continua centralizada comigo e com meu gestor, com um canal de e-mail para pedidos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centraliza os pedidos: PCP mantém a edição, Vendas e Expedição consultam e atualizam a parte que é deles, tudo em tempo real, sem substituir o ERP Omega — complementa o que ele não cobre em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ferramentas de IA, cada uma com um papel: Claude construiu a base, ChatGPT apoia as melhorias do dia a dia, e o Claude Code cuida da parte de edição de código e versionamento — sempre com aprovação minha a cada mudança.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direto do próprio sistema: 123 pedidos já passaram pelo sistema, 411 alterações rastreadas automaticamente — algo que antes não existia registro nenhum — e já é usado por 7 a 9 pessoas em 3 áreas diferentes, com backup e auditoria automáticos.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próximo passo, quero automatizar a atualização a partir de outras planilhas via VBA, e no futuro aproveitar todo esse histórico para relatórios. Abro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547604" y="0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94399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394399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PAPEL AO SISTEMA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Automatizando o controle de pedidos de produção com apoio de Inteligência Artificial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Isabelle Mendonça  |  Auxiliar Administrativa — PCP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736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Resultados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547604" y="0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94399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394399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0"/>
            <a:ext cx="6245352" cy="46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85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controle de pedidos de produção era feito manualmente em planilhas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3F5F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7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77724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confiável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29260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feitas direto na planilha, sem registro de quem mudou o quê e quando.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3F5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645920"/>
            <a:ext cx="502920" cy="502920"/>
          </a:xfrm>
          <a:prstGeom prst="ellipse">
            <a:avLst/>
          </a:prstGeom>
          <a:solidFill>
            <a:srgbClr val="F7D9D9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461772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de informação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17720" y="29260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área tinha sua própria versão dos dados, gerando retrabalho para alinhar.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13716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3F5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1645920"/>
            <a:ext cx="502920" cy="502920"/>
          </a:xfrm>
          <a:prstGeom prst="ellipse">
            <a:avLst/>
          </a:prstGeom>
          <a:solidFill>
            <a:srgbClr val="F7D9D9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845820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manual entre áreas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58200" y="29260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 Expedição dependiam de confirmação direta com o PCP a cada consulta.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46755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547604" y="0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94399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394399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0"/>
            <a:ext cx="6245352" cy="46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ANTES X DEPOIS: FLUXO ENTRE ÁREAS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777240"/>
            <a:ext cx="5212080" cy="5212080"/>
          </a:xfrm>
          <a:prstGeom prst="roundRect">
            <a:avLst>
              <a:gd name="adj" fmla="val 1404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60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confirmava status dos pedidos diretamente com o PCP.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Expedição solicitava listas de pedidos faltantes da semana e da próxima.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listas eram impressas em papel e levadas fisicamente até o PCP.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dependia inteiramente da disponibilidade do PCP.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5212080" cy="5212080"/>
          </a:xfrm>
          <a:prstGeom prst="roundRect">
            <a:avLst>
              <a:gd name="adj" fmla="val 1404"/>
            </a:avLst>
          </a:prstGeom>
          <a:solidFill>
            <a:srgbClr val="E8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960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(3 pessoas) e Expedição (2 a 4 pessoas) consultam e atualizam os dados do próprio setor direto no sistema.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papel, sem ida física até o PCP para cada consulta.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central de pedidos segue com o PCP (2 pessoas: eu e meu gestor).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facilitado por e-mail quando alguma área precisa de apoio.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612880" y="646755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547604" y="0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94399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394399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0"/>
            <a:ext cx="6245352" cy="46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SOLUÇÃO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85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web único, em tempo real, acessível pelas três áreas envolvidas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23774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0206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377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(edição)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26080" y="2331720"/>
            <a:ext cx="2468880" cy="45720"/>
          </a:xfrm>
          <a:prstGeom prst="line">
            <a:avLst/>
          </a:prstGeom>
          <a:noFill/>
          <a:ln w="25400">
            <a:solidFill>
              <a:srgbClr val="C7CED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74520" y="150876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E4E9F5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1508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(consulta)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6766560" y="2331720"/>
            <a:ext cx="2103120" cy="45720"/>
          </a:xfrm>
          <a:prstGeom prst="line">
            <a:avLst/>
          </a:prstGeom>
          <a:noFill/>
          <a:ln w="25400">
            <a:solidFill>
              <a:srgbClr val="C7CED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818120" y="150876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E4E9F5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508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(consulta)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quantidade, data de entrega e previsão de retorno num só lugar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por setor atualizado em tempo real, visível para todos os envolvidos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 com o ERP Omega, cobrindo o acompanhamento detalhado de pedidos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6755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547604" y="0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94399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394399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0"/>
            <a:ext cx="6245352" cy="46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COMO FOI CONSTRUÍDO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85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formação em programação, com apoio de ferramentas de IA como parceiras de desenvolvimento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988820" y="1463040"/>
            <a:ext cx="731520" cy="73152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1" name="Text 9"/>
          <p:cNvSpPr/>
          <p:nvPr/>
        </p:nvSpPr>
        <p:spPr>
          <a:xfrm>
            <a:off x="19888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4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Desenhou a arquitetura inicial e construiu o protótipo funcional — backend, banco de dados e interface.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29300" y="1463040"/>
            <a:ext cx="731520" cy="73152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/>
          <p:nvPr/>
        </p:nvSpPr>
        <p:spPr>
          <a:xfrm>
            <a:off x="58293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40" dirty="0"/>
          </a:p>
        </p:txBody>
      </p:sp>
      <p:sp>
        <p:nvSpPr>
          <p:cNvPr id="16" name="Text 14"/>
          <p:cNvSpPr/>
          <p:nvPr/>
        </p:nvSpPr>
        <p:spPr>
          <a:xfrm>
            <a:off x="4389120" y="2377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nas melhorias e ajustes contínuos do sistema já em uso na produção.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69780" y="1463040"/>
            <a:ext cx="731520" cy="73152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9" name="Text 17"/>
          <p:cNvSpPr/>
          <p:nvPr/>
        </p:nvSpPr>
        <p:spPr>
          <a:xfrm>
            <a:off x="96697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40" dirty="0"/>
          </a:p>
        </p:txBody>
      </p:sp>
      <p:sp>
        <p:nvSpPr>
          <p:cNvPr id="20" name="Text 18"/>
          <p:cNvSpPr/>
          <p:nvPr/>
        </p:nvSpPr>
        <p:spPr>
          <a:xfrm>
            <a:off x="8229600" y="2377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88036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o código diretamente no computador e automatiza o controle de versão (Git/GitHub), sob supervisão a cada etapa.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0" y="646755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547604" y="0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94399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394399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0"/>
            <a:ext cx="6245352" cy="46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CONFIABILIDADE E IMPACTO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85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dias de uso — dados lidos diretamente do sistema, sem estimativa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controlados no sistema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14630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343400" y="22402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ativos hoje (54 concluídos)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14630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138160" y="22402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rastreadas na auditoria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2461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423160" y="40233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automáticos gerados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2461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217920" y="40233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usando o sistema em 3 áreas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12700">
            <a:solidFill>
              <a:srgbClr val="DCE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automático diário do banco de dados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auditoria de todas as alterações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sensíveis protegidos fora do controle de versão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0" y="646755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547604" y="0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" y="54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94399"/>
            <a:ext cx="12191695" cy="46323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394399"/>
            <a:ext cx="1644091" cy="449702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0"/>
            <a:ext cx="6245352" cy="46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984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planilhas via VBA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planilhas de controle atualizando o sistema automaticamente ao serem salvas.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78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uso dos dados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Aproveitar o histórico já registrado para relatórios e indicadores futuros.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Obrigada!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12880" y="646755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2026-07-14T16:44:37Z</dcterms:created>
  <dcterms:modified xsi:type="dcterms:W3CDTF">2026-07-14T16:44:37Z</dcterms:modified>
</cp:coreProperties>
</file>