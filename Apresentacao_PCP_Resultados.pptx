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me apresentar e situar o tema — como a área de PCP saiu do controle manual em planilha para um sistema próprio, construído com apoio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sistema, tudo vivia em planilha: sem histórico de mudança, cada área com sua própria versão dos dados, e todo alinhamento dependia de contato direto e manual com o PCP.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mais visível no dia a dia: Vendas e Expedição não dependem mais de papel impresso nem de vir até o PCP. Cada área atualiza sua parte, e a edição dos pedidos continua centralizada comigo e com meu gestor, com um canal de e-mail para pedidos de apoio.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centraliza os pedidos: PCP mantém a edição, Vendas e Expedição consultam e atualizam a parte que é deles, tudo em tempo real, sem substituir o ERP Omega — complementa o que ele não cobre em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ferramentas de IA, cada uma com um papel: Claude construiu a base, ChatGPT apoia as melhorias do dia a dia, e o Claude Code cuida da parte de edição de código e versionamento — sempre com aprovação minha a cada mudança.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pilares de confiabilidade: backup automático, log de auditoria completo, e proteção dos dados sensíveis fora do controle de 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direto do próprio sistema, sem estimativa: 123 pedidos já passaram pelo sistema, 411 alterações rastreadas automaticamente — algo que antes não existia registro nenhum — e o sistema já é usado por 7 a 9 pessoas em 3 áreas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próximo passo, quero automatizar a atualização a partir de outras planilhas via VBA, e no futuro aproveitar todo esse histórico para relatórios. Abro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PAPEL AO SISTEMA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Automatizando o controle de pedidos de produção com apoio de Inteligência Artificial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Isabelle Mendonça  |  Auxiliar Administrativa — PCP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Resultados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controle de pedidos de produção era feito manualmente em planilhas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FDEBD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histórico confiável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Alterações feitas direto na planilha, sem registro de quem mudou o quê e quando.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FDEBD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 de informação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área tinha sua própria versão dos dados, gerando retrabalho para alinhar.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FDEBD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8458200" y="2743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manual entre áreas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58200" y="33832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e Expedição dependiam de confirmação direta com o PCP a cada consulta.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x Depois: fluxo entre áreas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BEAE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confirmava status dos pedidos diretamente com o PCP.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Expedição solicitava listas de pedidos faltantes da semana e da próxima.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listas eram impressas em papel e levadas fisicamente até o PCP.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dependia inteiramente da disponibilidade do PCP.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8F3E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3317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(3 pessoas) e Expedição (2 a 4 pessoas) consultam e atualizam os dados do próprio setor direto no sistema.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papel, sem ida física até o PCP para cada consulta.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Edição central de pedidos segue com o PCP (2 pessoas: eu e meu gestor).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facilitado por e-mail quando alguma área precisa de apoio.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web único, em tempo real, acessível pelas três áreas envolvidas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846320" y="32461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0" y="32461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(edição)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3200400"/>
            <a:ext cx="2468880" cy="45720"/>
          </a:xfrm>
          <a:prstGeom prst="line">
            <a:avLst/>
          </a:prstGeom>
          <a:noFill/>
          <a:ln w="25400">
            <a:solidFill>
              <a:srgbClr val="B9C2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74520" y="23774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377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(consulta)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6766560" y="3200400"/>
            <a:ext cx="2103120" cy="45720"/>
          </a:xfrm>
          <a:prstGeom prst="line">
            <a:avLst/>
          </a:prstGeom>
          <a:noFill/>
          <a:ln w="25400">
            <a:solidFill>
              <a:srgbClr val="B9C2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818120" y="23774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2377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(consulta)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Cliente, quantidade, data de entrega e previsão de retorno num só lugar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por setor atualizado em tempo real, visível para todos os envolvidos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Convive com o ERP Omega, cobrindo o acompanhamento detalhado de pedidos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foi construído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formação em programação, com apoio de ferramentas de IA como parceiras de desenvolvimento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8882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9888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Desenhou a arquitetura inicial e construiu o protótipo funcional — backend, banco de dados e interface.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2930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8293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40" dirty="0"/>
          </a:p>
        </p:txBody>
      </p:sp>
      <p:sp>
        <p:nvSpPr>
          <p:cNvPr id="10" name="Text 8"/>
          <p:cNvSpPr/>
          <p:nvPr/>
        </p:nvSpPr>
        <p:spPr>
          <a:xfrm>
            <a:off x="4389120" y="3063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nas melhorias e ajustes contínuos do sistema já em uso na produção.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6978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6697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40" dirty="0"/>
          </a:p>
        </p:txBody>
      </p:sp>
      <p:sp>
        <p:nvSpPr>
          <p:cNvPr id="14" name="Text 12"/>
          <p:cNvSpPr/>
          <p:nvPr/>
        </p:nvSpPr>
        <p:spPr>
          <a:xfrm>
            <a:off x="8229600" y="30632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56616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 o código diretamente no computador e automatiza o controle de versão (Git/GitHub), sob supervisão a cada etapa.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Confiabilidade e segurança dos dados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DDEB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automático diário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de dados é copiado automaticamente todos os dias, sem depender de ação manual.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DDEBE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auditoria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alteração feita no sistema fica registrada — quem mudou, o quê e quando.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5C9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DDEBE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458200" y="27432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sensíveis protegidos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58200" y="338328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e backups ficam fora do controle de versão (Git), reduzindo risco de exposição.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EM NÚMEROS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dias de uso — dados lidos diretamente do sistema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controlados no sistema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1965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43400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ativos hoje (54 já concluídos)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965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138160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alterações rastreadas automaticamente na auditoria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23160" y="42976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2423160" y="52578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automáticos gerados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42976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217920" y="52578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usando o sistema em 3 áreas (PCP, Vendas, Expedição)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planilhas via VBA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 planilhas de controle atualizando o sistema automaticamente ao serem salvas.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141B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44368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o uso dos dados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Aproveitar o histórico já registrado para relatórios e indicadores futuros.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Obrigada!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1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2026-07-14T15:24:55Z</dcterms:created>
  <dcterms:modified xsi:type="dcterms:W3CDTF">2026-07-14T15:24:55Z</dcterms:modified>
</cp:coreProperties>
</file>